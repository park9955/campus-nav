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ICT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캠퍼스 자산 관리 &amp; 내비게이션 통합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조장: (학생 이름)  |  조원: (학생 이름), (학생 이름), (학생 이름)</a:t>
            </a:r>
          </a:p>
          <a:p>
            <a:pPr algn="ctr"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2026년 프로젝트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ICT CAN은 ICT 폴리텍대학의 교내 자산 8,401개를 통합 관리하고,</a:t>
            </a:r>
            <a:br/>
            <a:r>
              <a:t>학부생·조교·교수·관리자·게스트·외부인 등 다양한 사용자에게 자산 검색, 예약,</a:t>
            </a:r>
            <a:br/>
            <a:r>
              <a:t>이관 추적, 교수 정보 관리, 층별 내비게이션을 제공하는 웹 기반 통합 정보시스템입니다.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0"/>
            <a:ext cx="2286000" cy="13716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30632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8,401개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6576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관리 자산 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926080"/>
            <a:ext cx="2286000" cy="1371600"/>
          </a:xfrm>
          <a:prstGeom prst="rect">
            <a:avLst/>
          </a:prstGeom>
          <a:solidFill>
            <a:srgbClr val="764BA2"/>
          </a:solidFill>
          <a:ln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0632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6개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576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사용자 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926080"/>
            <a:ext cx="2286000" cy="13716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0632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7개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576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핵심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기존의 분산된 엑셀 기반 자산 관리를 중앙 집중식 데이터베이스로 통합</a:t>
            </a:r>
            <a:br/>
            <a:r>
              <a:t>• 실시간 자산 상태 조회 및 완전한 감사 추적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프로젝트 목표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931920" cy="2103120"/>
          </a:xfrm>
          <a:prstGeom prst="rect">
            <a:avLst/>
          </a:prstGeom>
          <a:solidFill>
            <a:srgbClr val="F8F9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087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1. 자산 가시성 강화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8,401개 자산을 키워드/카테고리/상태로</a:t>
            </a:r>
            <a:br/>
            <a:r>
              <a:t>검색 가능하게 통합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371600"/>
            <a:ext cx="3931920" cy="2103120"/>
          </a:xfrm>
          <a:prstGeom prst="rect">
            <a:avLst/>
          </a:prstGeom>
          <a:solidFill>
            <a:srgbClr val="F8F9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5087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2. 사용 편의성 증대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01168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자산 예약, 이관, 내비게이션을</a:t>
            </a:r>
            <a:br/>
            <a:r>
              <a:t>한 플랫폼에서 처리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3931920" cy="2103120"/>
          </a:xfrm>
          <a:prstGeom prst="rect">
            <a:avLst/>
          </a:prstGeom>
          <a:solidFill>
            <a:srgbClr val="F8F9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0690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3. 운영 효율성 개선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5720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자산 이관/폐기 프로세스를</a:t>
            </a:r>
            <a:br/>
            <a:r>
              <a:t>디지털화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3931920"/>
            <a:ext cx="3931920" cy="2103120"/>
          </a:xfrm>
          <a:prstGeom prst="rect">
            <a:avLst/>
          </a:prstGeom>
          <a:solidFill>
            <a:srgbClr val="F8F9FF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406908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4. 사용자 경험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5720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역할별 맞춤형 인터페이스 제공</a:t>
            </a:r>
            <a:br/>
            <a:r>
              <a:t>(6개 역할)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주요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🔍</a:t>
            </a:r>
            <a:br/>
            <a:r>
              <a:t>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키워드, 카테고리,</a:t>
            </a:r>
            <a:br/>
            <a:r>
              <a:t>상태별 검색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80160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📅</a:t>
            </a:r>
            <a:br/>
            <a:r>
              <a:t>예약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자산 중복 방지</a:t>
            </a:r>
            <a:br/>
            <a:r>
              <a:t>예약/취소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🔄</a:t>
            </a:r>
            <a:br/>
            <a:r>
              <a:t>이관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이관 요청</a:t>
            </a:r>
            <a:br/>
            <a:r>
              <a:t>승인 워크플로우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79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1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🗺️</a:t>
            </a:r>
            <a:br/>
            <a:r>
              <a:t>내비게이션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399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3D 맵 기반</a:t>
            </a:r>
            <a:br/>
            <a:r>
              <a:t>층별 안내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840479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93191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👨‍🏫</a:t>
            </a:r>
            <a:br/>
            <a:r>
              <a:t>교수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343399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교수 정보</a:t>
            </a:r>
            <a:br/>
            <a:r>
              <a:t>교과목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840479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93191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🔐</a:t>
            </a:r>
            <a:br/>
            <a:r>
              <a:t>권한 제어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399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6개 역할별</a:t>
            </a:r>
            <a:br/>
            <a:r>
              <a:t>접근 권한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86868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46304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사용자 인터페이스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6304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HTML5, CSS3, JavaScript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468880"/>
            <a:ext cx="6400800" cy="868680"/>
          </a:xfrm>
          <a:prstGeom prst="rect">
            <a:avLst/>
          </a:prstGeom>
          <a:solidFill>
            <a:srgbClr val="764BA2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56032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비즈니스 로직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6032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Java Servlet, JSP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566160"/>
            <a:ext cx="6400800" cy="868680"/>
          </a:xfrm>
          <a:prstGeom prst="rect">
            <a:avLst/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65760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데이터 계층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5760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MySQL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663440"/>
            <a:ext cx="6400800" cy="868680"/>
          </a:xfrm>
          <a:prstGeom prst="rect">
            <a:avLst/>
          </a:prstGeom>
          <a:solidFill>
            <a:srgbClr val="4BC0C0"/>
          </a:solidFill>
          <a:ln w="25400">
            <a:solidFill>
              <a:srgbClr val="4B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754879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서버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754879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Apache Tomcat 9.0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사용자 역할 및 권한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560320" cy="2011680"/>
          </a:xfrm>
          <a:prstGeom prst="rect">
            <a:avLst/>
          </a:prstGeom>
          <a:solidFill>
            <a:srgbClr val="F8F9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64BA2"/>
                </a:solidFill>
              </a:defRPr>
            </a:pPr>
            <a:r>
              <a:t>학부생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검색, 예약</a:t>
            </a:r>
            <a:br/>
            <a:r>
              <a:t>이관 요청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80160"/>
            <a:ext cx="2560320" cy="2011680"/>
          </a:xfrm>
          <a:prstGeom prst="rect">
            <a:avLst/>
          </a:prstGeom>
          <a:solidFill>
            <a:srgbClr val="F8F9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4630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64BA2"/>
                </a:solidFill>
              </a:defRPr>
            </a:pPr>
            <a:r>
              <a:t>조교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9659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이관 승인</a:t>
            </a:r>
            <a:br/>
            <a:r>
              <a:t>상태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2560320" cy="2011680"/>
          </a:xfrm>
          <a:prstGeom prst="rect">
            <a:avLst/>
          </a:prstGeom>
          <a:solidFill>
            <a:srgbClr val="F8F9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64BA2"/>
                </a:solidFill>
              </a:defRPr>
            </a:pPr>
            <a:r>
              <a:t>교수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프로필 관리</a:t>
            </a:r>
            <a:br/>
            <a:r>
              <a:t>교과목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2560320" cy="2011680"/>
          </a:xfrm>
          <a:prstGeom prst="rect">
            <a:avLst/>
          </a:prstGeom>
          <a:solidFill>
            <a:srgbClr val="F8F9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64BA2"/>
                </a:solidFill>
              </a:defRPr>
            </a:pPr>
            <a:r>
              <a:t>관리자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348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전체 관리</a:t>
            </a:r>
            <a:br/>
            <a:r>
              <a:t>폐기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749039"/>
            <a:ext cx="2560320" cy="2011680"/>
          </a:xfrm>
          <a:prstGeom prst="rect">
            <a:avLst/>
          </a:prstGeom>
          <a:solidFill>
            <a:srgbClr val="F8F9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931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64BA2"/>
                </a:solidFill>
              </a:defRPr>
            </a:pPr>
            <a:r>
              <a:t>게스트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4348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검색, 조회</a:t>
            </a:r>
            <a:br/>
            <a:r>
              <a:t>내비게이션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749039"/>
            <a:ext cx="2560320" cy="2011680"/>
          </a:xfrm>
          <a:prstGeom prst="rect">
            <a:avLst/>
          </a:prstGeom>
          <a:solidFill>
            <a:srgbClr val="F8F9FF"/>
          </a:solidFill>
          <a:ln w="381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931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764BA2"/>
                </a:solidFill>
              </a:defRPr>
            </a:pPr>
            <a:r>
              <a:t>외부인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4348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제한된 검색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기술 스택 &amp; 비기능 요구사항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828800"/>
            <a:ext cx="2560320" cy="4114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745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HTML5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377440"/>
            <a:ext cx="2560320" cy="4114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CSS3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926080"/>
            <a:ext cx="2560320" cy="4114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280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828800"/>
            <a:ext cx="2560320" cy="4114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8745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Java Servlet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377440"/>
            <a:ext cx="2560320" cy="4114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423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JSP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926080"/>
            <a:ext cx="2560320" cy="4114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9718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280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828800"/>
            <a:ext cx="2560320" cy="4114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8745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Apache Tomcat 9.0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377440"/>
            <a:ext cx="2560320" cy="41148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423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UTF-8 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응답시간 &lt; 2초 | 동시사용자 100명 | 가용성 99% | 브라우저: Chrome/Firefox/Safari | WCAG 2.1 AA 준수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개발 일정 &amp; 타임라인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13716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요구사항 분석</a:t>
            </a:r>
            <a:br/>
            <a:r>
              <a:t>&amp;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기획, 데이터 모델, UI/UX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65176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2011680"/>
            <a:ext cx="1828800" cy="1371600"/>
          </a:xfrm>
          <a:prstGeom prst="rect">
            <a:avLst/>
          </a:prstGeom>
          <a:solidFill>
            <a:srgbClr val="764BA2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2148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백엔드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API, DB 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65176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59" y="2011680"/>
            <a:ext cx="1828800" cy="1371600"/>
          </a:xfrm>
          <a:prstGeom prst="rect">
            <a:avLst/>
          </a:prstGeom>
          <a:solidFill>
            <a:srgbClr val="667EE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199" y="2148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프론트엔드 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UI 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18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79" y="2011680"/>
            <a:ext cx="1828800" cy="1371600"/>
          </a:xfrm>
          <a:prstGeom prst="rect">
            <a:avLst/>
          </a:prstGeom>
          <a:solidFill>
            <a:srgbClr val="764BA2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9" y="2148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통합 테스트</a:t>
            </a:r>
            <a:br/>
            <a:r>
              <a:t>&amp; 배포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19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Tomcat 배포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각 단계별 병렬 진행으로 빠른 개발 주기 달성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📊 데이터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분산된 시스템을</a:t>
            </a:r>
            <a:br/>
            <a:r>
              <a:t>중앙 집중식으로 통합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80160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⏱️ 효율성 향상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자산 검색 시간</a:t>
            </a:r>
            <a:br/>
            <a:r>
              <a:t>50% 단축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👥 사용자 만족도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사용자 만족도</a:t>
            </a:r>
            <a:br/>
            <a:r>
              <a:t>80% 이상 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79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1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📈 확장성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399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모바일 앱, 추가 기능</a:t>
            </a:r>
            <a:br/>
            <a:r>
              <a:t>확장 가능한 구조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840479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93191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🔍 감사 추적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343399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완전한 이력 추적으로</a:t>
            </a:r>
            <a:br/>
            <a:r>
              <a:t>투명성 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840479"/>
            <a:ext cx="2560320" cy="2103120"/>
          </a:xfrm>
          <a:prstGeom prst="rect">
            <a:avLst/>
          </a:prstGeom>
          <a:solidFill>
            <a:srgbClr val="F8F9FF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93191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🎓 학습 성과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399"/>
            <a:ext cx="237743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풀스택 개발 역량</a:t>
            </a:r>
            <a:br/>
            <a:r>
              <a:t>강화 및 팀 협업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감사합니다!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질문이 있으신가요?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ICT CAN - 캠퍼스 자산 관리 &amp; 내비게이션 통합 시스템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