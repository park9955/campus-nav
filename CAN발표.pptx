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52D5A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548640"/>
            <a:ext cx="2926080" cy="29260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52D5A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68580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09728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150876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7804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1920240"/>
            <a:ext cx="54864" cy="54864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1371600"/>
            <a:ext cx="1371600" cy="292608"/>
          </a:xfrm>
          <a:prstGeom prst="rect">
            <a:avLst>
              <a:gd name="adj" fmla="val 15625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PROJECT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</a:t>
            </a:r>
            <a:endParaRPr lang="en-US" sz="9600" dirty="0"/>
          </a:p>
        </p:txBody>
      </p:sp>
      <p:sp>
        <p:nvSpPr>
          <p:cNvPr id="44" name="Text 42"/>
          <p:cNvSpPr/>
          <p:nvPr/>
        </p:nvSpPr>
        <p:spPr>
          <a:xfrm>
            <a:off x="45720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AI Navigator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교내 통합 자원 검색 및 실내 네비게이션 시스템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 ·  Indoor Navigation  ·  Resource 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도입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468880" cy="29260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468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719072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20240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건물 위치 파악 어려움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333756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신입생 및 방문객은 교내 건물·강의실 위치를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찾기 어렵습니다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1554480"/>
            <a:ext cx="2468880" cy="29260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554480"/>
            <a:ext cx="2468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9272" y="1719072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92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920240"/>
            <a:ext cx="685800" cy="685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실내 길찾기 불편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319272" y="333756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건물 구조로 인해 실내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길찾기에 어려움이 있습니다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52160" y="1554480"/>
            <a:ext cx="2468880" cy="29260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52160" y="1554480"/>
            <a:ext cx="2468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16752" y="1719072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1675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2024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8932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자산 위치 확인 비효율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016752" y="333756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 시설 및 자산 위치 확인이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비효율적입니다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CAN · Campus AI Navigator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필요성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5544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7099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교내 길찾기 시간 단축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실내외 통합 내비게이션으로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시간을 최소화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508760"/>
            <a:ext cx="4114800" cy="15544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508760"/>
            <a:ext cx="54864" cy="15544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83480" y="1828800"/>
            <a:ext cx="685800" cy="6858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4A9E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901952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06440" y="17099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시설 접근성 향상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0644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쉽게 교내 시설에 접근할 수 있는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안내 서비스 제공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246120"/>
            <a:ext cx="4114800" cy="15544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246120"/>
            <a:ext cx="54864" cy="1554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566160"/>
            <a:ext cx="685800" cy="6858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39312"/>
            <a:ext cx="530352" cy="530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4472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학교 자원 활용 효율 증가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63040" y="3931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교내 자산·시설 검색 시스템으로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 활용도 극대화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00600" y="3246120"/>
            <a:ext cx="4114800" cy="15544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3246120"/>
            <a:ext cx="54864" cy="155448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83480" y="3566160"/>
            <a:ext cx="685800" cy="6858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FF6B8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639312"/>
            <a:ext cx="530352" cy="5303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806440" y="34472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 캠퍼스 환경 구축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806440" y="3931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기술로 현대적이고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효율적인 캠퍼스 생태계 조성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CAN · Campus AI Navigator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가치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5603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459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A7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" y="22860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통합 네비게이션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27889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실내·실외 통합 내비게이션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3172968"/>
            <a:ext cx="2231136" cy="18288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24612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GPS와 실내 측위 기술을 결합한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길찾기 서비스로 캠퍼스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어디서든 정확한 안내 제공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56032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08760"/>
            <a:ext cx="256032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16459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9E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410712" y="22860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자산·시설 검색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0712" y="27889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교내 자산 및 시설 검색 시스템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10712" y="3172968"/>
            <a:ext cx="2231136" cy="18288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324612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강의실, 실험실, 편의시설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교내 자원을 실시간으로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검색하고 위치 확인 가능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508760"/>
            <a:ext cx="256032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508760"/>
            <a:ext cx="25603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6459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700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199632" y="22860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 캠퍼스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9632" y="278892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중심 스마트 캠퍼스 서비스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3172968"/>
            <a:ext cx="2231136" cy="18288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24612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직관적인 UI/UX로 설계된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중심 플랫폼으로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캠퍼스 생태계 구현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CAN · Campus AI Navigator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 사용자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82880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18288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28800"/>
            <a:ext cx="914400" cy="914400"/>
          </a:xfrm>
          <a:prstGeom prst="ellipse">
            <a:avLst/>
          </a:prstGeom>
          <a:solidFill>
            <a:srgbClr val="0F2044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38528"/>
            <a:ext cx="694944" cy="6949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신입생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처음 오는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새내기 학생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44168" y="434340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16352" y="1508760"/>
            <a:ext cx="182880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16352" y="1508760"/>
            <a:ext cx="182880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73552" y="1828800"/>
            <a:ext cx="914400" cy="914400"/>
          </a:xfrm>
          <a:prstGeom prst="ellipse">
            <a:avLst/>
          </a:prstGeom>
          <a:solidFill>
            <a:srgbClr val="0F2044"/>
          </a:solidFill>
          <a:ln w="19050">
            <a:solidFill>
              <a:srgbClr val="4A9E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38528"/>
            <a:ext cx="694944" cy="6949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07792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재학생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907792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강의실·시설을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이용하는 학생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0" y="4343400"/>
            <a:ext cx="146304" cy="146304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29784" y="1508760"/>
            <a:ext cx="182880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29784" y="1508760"/>
            <a:ext cx="1828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86984" y="1828800"/>
            <a:ext cx="914400" cy="914400"/>
          </a:xfrm>
          <a:prstGeom prst="ellipse">
            <a:avLst/>
          </a:prstGeom>
          <a:solidFill>
            <a:srgbClr val="0F2044"/>
          </a:solidFill>
          <a:ln w="19050">
            <a:solidFill>
              <a:srgbClr val="FFD70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938528"/>
            <a:ext cx="694944" cy="6949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21224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교수 및 교직원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221224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업무·강의 공간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접근이 필요한 교원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971032" y="4343400"/>
            <a:ext cx="146304" cy="14630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43216" y="1508760"/>
            <a:ext cx="182880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43216" y="1508760"/>
            <a:ext cx="1828800" cy="54864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900416" y="1828800"/>
            <a:ext cx="914400" cy="914400"/>
          </a:xfrm>
          <a:prstGeom prst="ellipse">
            <a:avLst/>
          </a:prstGeom>
          <a:solidFill>
            <a:srgbClr val="0F2044"/>
          </a:solidFill>
          <a:ln w="19050">
            <a:solidFill>
              <a:srgbClr val="FF6B8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938528"/>
            <a:ext cx="694944" cy="6949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34656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외부 방문객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534656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행사·방문으로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캠퍼스를 찾는 외부인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284464" y="4343400"/>
            <a:ext cx="146304" cy="146304"/>
          </a:xfrm>
          <a:prstGeom prst="ellipse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CAN · Campus AI Navigator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팀 구성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74520" cy="3063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874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19072"/>
            <a:ext cx="960120" cy="960120"/>
          </a:xfrm>
          <a:prstGeom prst="ellipse">
            <a:avLst/>
          </a:prstGeom>
          <a:solidFill>
            <a:srgbClr val="0F2044"/>
          </a:solidFill>
          <a:ln w="25400">
            <a:solidFill>
              <a:srgbClr val="FFD7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847088"/>
            <a:ext cx="704088" cy="7040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2807208"/>
            <a:ext cx="1143000" cy="23774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07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3154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박승순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조장 / 백엔드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설계 및 구축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서버 개발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61488" y="1463040"/>
            <a:ext cx="1874520" cy="3063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61488" y="1463040"/>
            <a:ext cx="18745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18688" y="1719072"/>
            <a:ext cx="960120" cy="960120"/>
          </a:xfrm>
          <a:prstGeom prst="ellipse">
            <a:avLst/>
          </a:prstGeom>
          <a:solidFill>
            <a:srgbClr val="0F2044"/>
          </a:solidFill>
          <a:ln w="25400">
            <a:solidFill>
              <a:srgbClr val="00C9A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847088"/>
            <a:ext cx="704088" cy="7040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127248" y="2807208"/>
            <a:ext cx="1143000" cy="2377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27248" y="2807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852928" y="3154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권동해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2852928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852928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UI/UX 레이아웃 설계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디자인 및 구성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065776" y="1463040"/>
            <a:ext cx="1874520" cy="3063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65776" y="1463040"/>
            <a:ext cx="187452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522976" y="1719072"/>
            <a:ext cx="960120" cy="960120"/>
          </a:xfrm>
          <a:prstGeom prst="ellipse">
            <a:avLst/>
          </a:prstGeom>
          <a:solidFill>
            <a:srgbClr val="0F2044"/>
          </a:solidFill>
          <a:ln w="25400">
            <a:solidFill>
              <a:srgbClr val="4A9E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47088"/>
            <a:ext cx="704088" cy="70408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431536" y="2807208"/>
            <a:ext cx="1143000" cy="23774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31536" y="2807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157216" y="3154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원태연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157216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조사 / GPS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157216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현장 답사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사진 촬영 및 GPS 수집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370064" y="1463040"/>
            <a:ext cx="1874520" cy="3063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370064" y="1463040"/>
            <a:ext cx="1874520" cy="54864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827264" y="1719072"/>
            <a:ext cx="960120" cy="960120"/>
          </a:xfrm>
          <a:prstGeom prst="ellipse">
            <a:avLst/>
          </a:prstGeom>
          <a:solidFill>
            <a:srgbClr val="0F2044"/>
          </a:solidFill>
          <a:ln w="25400">
            <a:solidFill>
              <a:srgbClr val="FF6B8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847088"/>
            <a:ext cx="704088" cy="704088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735824" y="2807208"/>
            <a:ext cx="1143000" cy="237744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735824" y="2807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7461504" y="3154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이수혁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7461504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조사 / GPS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461504" y="3886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현장 답사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사진 촬영 및 GPS 수집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CAN · Campus AI Navigator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환경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88720" y="1655064"/>
            <a:ext cx="123444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16550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06040" y="16733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39696"/>
            <a:ext cx="82296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139696"/>
            <a:ext cx="54864" cy="5669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8568"/>
            <a:ext cx="402336" cy="4023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188720" y="2286000"/>
            <a:ext cx="1234440" cy="34747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88720" y="2286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Back-End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06040" y="23042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(JavaServer Pages)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770632"/>
            <a:ext cx="82296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770632"/>
            <a:ext cx="54864" cy="5669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9504"/>
            <a:ext cx="402336" cy="4023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188720" y="2916936"/>
            <a:ext cx="1234440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88720" y="29169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606040" y="29352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3401568"/>
            <a:ext cx="82296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401568"/>
            <a:ext cx="54864" cy="566928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0440"/>
            <a:ext cx="402336" cy="40233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188720" y="3547872"/>
            <a:ext cx="1234440" cy="347472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188720" y="35478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606040" y="3566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9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57200" y="4032504"/>
            <a:ext cx="82296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7200" y="4032504"/>
            <a:ext cx="54864" cy="56692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51376"/>
            <a:ext cx="402336" cy="402336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188720" y="4178808"/>
            <a:ext cx="1234440" cy="34747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188720" y="41788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2606040" y="41970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/ Eclipse / VS Code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2D5A"/>
          </a:solidFill>
          <a:ln w="12700">
            <a:solidFill>
              <a:srgbClr val="152D5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CAN · Campus AI Navigator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- Campus AI Navigator</dc:title>
  <dc:subject>PptxGenJS Presentation</dc:subject>
  <dc:creator>PptxGenJS</dc:creator>
  <cp:lastModifiedBy>PptxGenJS</cp:lastModifiedBy>
  <cp:revision>1</cp:revision>
  <dcterms:created xsi:type="dcterms:W3CDTF">2026-04-28T02:11:16Z</dcterms:created>
  <dcterms:modified xsi:type="dcterms:W3CDTF">2026-04-28T02:11:16Z</dcterms:modified>
</cp:coreProperties>
</file>